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Artificial Intelligence (AI)</a:t>
            </a:r>
          </a:p>
        </p:txBody>
      </p:sp>
      <p:sp>
        <p:nvSpPr>
          <p:cNvPr id="3" name="Subtitle 2"/>
          <p:cNvSpPr>
            <a:spLocks noGrp="1"/>
          </p:cNvSpPr>
          <p:nvPr>
            <p:ph type="subTitle" idx="1"/>
          </p:nvPr>
        </p:nvSpPr>
        <p:spPr/>
        <p:txBody>
          <a:bodyPr/>
          <a:lstStyle/>
          <a:p>
            <a:r>
              <a:t>Emerging Technologies &amp; Career Pathway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to AI</a:t>
            </a:r>
          </a:p>
        </p:txBody>
      </p:sp>
      <p:sp>
        <p:nvSpPr>
          <p:cNvPr id="3" name="Content Placeholder 2"/>
          <p:cNvSpPr>
            <a:spLocks noGrp="1"/>
          </p:cNvSpPr>
          <p:nvPr>
            <p:ph idx="1"/>
          </p:nvPr>
        </p:nvSpPr>
        <p:spPr/>
        <p:txBody>
          <a:bodyPr/>
          <a:lstStyle/>
          <a:p>
            <a:r>
              <a:t>Artificial Intelligence (AI) refers to the simulation of human intelligence in machines that are programmed to think, learn, and make decisions. AI powers applications across industries such as healthcare, finance, robotics, education, and transportation.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Technologies in AI</a:t>
            </a:r>
          </a:p>
        </p:txBody>
      </p:sp>
      <p:sp>
        <p:nvSpPr>
          <p:cNvPr id="3" name="Content Placeholder 2"/>
          <p:cNvSpPr>
            <a:spLocks noGrp="1"/>
          </p:cNvSpPr>
          <p:nvPr>
            <p:ph idx="1"/>
          </p:nvPr>
        </p:nvSpPr>
        <p:spPr/>
        <p:txBody>
          <a:bodyPr/>
          <a:lstStyle/>
          <a:p>
            <a:r>
              <a:t>- Machine Learning (ML)</a:t>
            </a:r>
          </a:p>
          <a:p>
            <a:r>
              <a:t>- Deep Learning (DL)</a:t>
            </a:r>
          </a:p>
          <a:p>
            <a:r>
              <a:t>- Natural Language Processing (NLP)</a:t>
            </a:r>
          </a:p>
          <a:p>
            <a:r>
              <a:t>- Computer Vision (CV)</a:t>
            </a:r>
          </a:p>
          <a:p>
            <a:r>
              <a:t>- Reinforcement Learning</a:t>
            </a:r>
          </a:p>
          <a:p>
            <a:r>
              <a:t>- Robotics &amp; Automation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Major Tools &amp; Platforms</a:t>
            </a:r>
          </a:p>
        </p:txBody>
      </p:sp>
      <p:sp>
        <p:nvSpPr>
          <p:cNvPr id="3" name="Content Placeholder 2"/>
          <p:cNvSpPr>
            <a:spLocks noGrp="1"/>
          </p:cNvSpPr>
          <p:nvPr>
            <p:ph idx="1"/>
          </p:nvPr>
        </p:nvSpPr>
        <p:spPr/>
        <p:txBody>
          <a:bodyPr/>
          <a:lstStyle/>
          <a:p>
            <a:r>
              <a:t>- TensorFlow, PyTorch</a:t>
            </a:r>
          </a:p>
          <a:p>
            <a:r>
              <a:t>- Scikit-learn</a:t>
            </a:r>
          </a:p>
          <a:p>
            <a:r>
              <a:t>- OpenCV</a:t>
            </a:r>
          </a:p>
          <a:p>
            <a:r>
              <a:t>- Hugging Face</a:t>
            </a:r>
          </a:p>
          <a:p>
            <a:r>
              <a:t>- Google Cloud AI, AWS AI, Azure 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Indian Use Case: AI in Healthcare</a:t>
            </a:r>
          </a:p>
        </p:txBody>
      </p:sp>
      <p:sp>
        <p:nvSpPr>
          <p:cNvPr id="3" name="Content Placeholder 2"/>
          <p:cNvSpPr>
            <a:spLocks noGrp="1"/>
          </p:cNvSpPr>
          <p:nvPr>
            <p:ph idx="1"/>
          </p:nvPr>
        </p:nvSpPr>
        <p:spPr/>
        <p:txBody>
          <a:bodyPr/>
          <a:lstStyle/>
          <a:p>
            <a:r>
              <a:t>• Apollo Hospitals uses AI systems for early detection of cardiac diseases.</a:t>
            </a:r>
          </a:p>
          <a:p>
            <a:r>
              <a:t>• AI-based risk prediction models have improved diagnosis accuracy.</a:t>
            </a:r>
          </a:p>
          <a:p>
            <a:r>
              <a:t>• Supports doctors with faster medical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Global Use Case: Self-Driving Cars (Tesla)</a:t>
            </a:r>
          </a:p>
        </p:txBody>
      </p:sp>
      <p:sp>
        <p:nvSpPr>
          <p:cNvPr id="3" name="Content Placeholder 2"/>
          <p:cNvSpPr>
            <a:spLocks noGrp="1"/>
          </p:cNvSpPr>
          <p:nvPr>
            <p:ph idx="1"/>
          </p:nvPr>
        </p:nvSpPr>
        <p:spPr/>
        <p:txBody>
          <a:bodyPr/>
          <a:lstStyle/>
          <a:p>
            <a:r>
              <a:t>• Tesla uses computer vision, neural networks, and sensor fusion.</a:t>
            </a:r>
          </a:p>
          <a:p>
            <a:r>
              <a:t>• Enables autonomous navigation, obstacle detection, and lane control.</a:t>
            </a:r>
          </a:p>
          <a:p>
            <a:r>
              <a:t>• Large-scale real-time data collection improves accuracy.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Career Opportunities in AI</a:t>
            </a:r>
          </a:p>
        </p:txBody>
      </p:sp>
      <p:sp>
        <p:nvSpPr>
          <p:cNvPr id="3" name="Content Placeholder 2"/>
          <p:cNvSpPr>
            <a:spLocks noGrp="1"/>
          </p:cNvSpPr>
          <p:nvPr>
            <p:ph idx="1"/>
          </p:nvPr>
        </p:nvSpPr>
        <p:spPr/>
        <p:txBody>
          <a:bodyPr/>
          <a:lstStyle/>
          <a:p>
            <a:r>
              <a:t>- AI Engineer</a:t>
            </a:r>
          </a:p>
          <a:p>
            <a:r>
              <a:t>- Machine Learning Engineer</a:t>
            </a:r>
          </a:p>
          <a:p>
            <a:r>
              <a:t>- Data Scientist</a:t>
            </a:r>
          </a:p>
          <a:p>
            <a:r>
              <a:t>- NLP Engineer</a:t>
            </a:r>
          </a:p>
          <a:p>
            <a:r>
              <a:t>- Computer Vision Engineer</a:t>
            </a:r>
          </a:p>
          <a:p>
            <a:r>
              <a:t>- Robotics Engineer</a:t>
            </a:r>
          </a:p>
          <a:p>
            <a:r>
              <a:t>- AI Researcher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Skills Needed</a:t>
            </a:r>
          </a:p>
        </p:txBody>
      </p:sp>
      <p:sp>
        <p:nvSpPr>
          <p:cNvPr id="3" name="Content Placeholder 2"/>
          <p:cNvSpPr>
            <a:spLocks noGrp="1"/>
          </p:cNvSpPr>
          <p:nvPr>
            <p:ph idx="1"/>
          </p:nvPr>
        </p:nvSpPr>
        <p:spPr/>
        <p:txBody>
          <a:bodyPr/>
          <a:lstStyle/>
          <a:p>
            <a:r>
              <a:t>- Python, R, SQL</a:t>
            </a:r>
          </a:p>
          <a:p>
            <a:r>
              <a:t>- Mathematics &amp; Statistics</a:t>
            </a:r>
          </a:p>
          <a:p>
            <a:r>
              <a:t>- Deep Learning &amp; ML Algorithms</a:t>
            </a:r>
          </a:p>
          <a:p>
            <a:r>
              <a:t>- Data Analysis &amp; Visualization</a:t>
            </a:r>
          </a:p>
          <a:p>
            <a:r>
              <a:t>- Cloud Computing (AWS/GCP/Azure)</a:t>
            </a:r>
          </a:p>
          <a:p>
            <a:r>
              <a:t>- Problem Solving &amp; Critical Thinking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Reflection (200 Words)</a:t>
            </a:r>
          </a:p>
        </p:txBody>
      </p:sp>
      <p:sp>
        <p:nvSpPr>
          <p:cNvPr id="3" name="Content Placeholder 2"/>
          <p:cNvSpPr>
            <a:spLocks noGrp="1"/>
          </p:cNvSpPr>
          <p:nvPr>
            <p:ph idx="1"/>
          </p:nvPr>
        </p:nvSpPr>
        <p:spPr/>
        <p:txBody>
          <a:bodyPr/>
          <a:lstStyle/>
          <a:p>
            <a:r>
              <a:t>Artificial Intelligence is one of the most transformative technologies of the modern world, and exploring this domain has strengthened my interest in pursuing a career in intelligent systems and automation. While working on this assignment, I gained a deeper understanding of how AI integrates machine learning, deep learning, natural language processing, and computer vision to solve real-world problems. I have always been fascinated by how machines can learn patterns, make predictions, and assist humans in making better decisions.</a:t>
            </a:r>
          </a:p>
          <a:p/>
          <a:p>
            <a:r>
              <a:t>I already possess foundational skills in Python and logical thinking, which are essential for beginning a career in AI. My familiarity with data handling, algorithms, and basic machine learning concepts provides a strong base to build upon. However, I aim to develop more advanced skills such as deep learning, neural networks, cloud-based AI deployment, and data visualization. I also plan to strengthen my mathematical understanding of statistics and linear algebra.</a:t>
            </a:r>
          </a:p>
          <a:p/>
          <a:p>
            <a:r>
              <a:t>Overall, this assignment has helped me visualize my career path in AI and motivated me to continue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